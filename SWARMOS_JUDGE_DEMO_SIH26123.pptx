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 seconds). Do not open with jargon. Open with the map.</a:t>
            </a:r>
          </a:p>
          <a:p>
            <a:r>
              <a:t>"This is SWARMOS -- a fleet of up to 50 warehouse robots, coordinating themselves with no central controller, and provably never colliding, even when we deliberately break things live."</a:t>
            </a:r>
          </a:p>
          <a:p>
            <a:r>
              <a:t>Then run the demo order in this deck. Every slide after this one maps to one live action + one talking point + one likely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safety net if anything is asked out of order. Never open with a fault injected -- always show 15+ seconds of calm, correct motion first so judges have a baseline mental model before you break anything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An ML advisory layer proposes speed changes. A small, auditable safety kernel independently decides the final verdict. The AI's opinion is display-only.</a:t>
            </a:r>
          </a:p>
          <a:p>
            <a:r>
              <a:t>2) Click sequence: Command Palette -&gt; Start run. Then inject KILL ML fault.</a:t>
            </a:r>
          </a:p>
          <a:p>
            <a:r>
              <a:t>3) What to point at on screen: Collisions KPI stays at 0 before and after. Robots keep moving identically. The Decision panel still shows verdicts with no advisory attached.</a:t>
            </a:r>
          </a:p>
          <a:p>
            <a:r>
              <a:t>4) Say: "Killing the AI right now changes nothing about safety."</a:t>
            </a:r>
          </a:p>
          <a:p/>
          <a:p>
            <a:r>
              <a:t>ANTICIPATED QUESTION: Isn't this just turning a feature off?</a:t>
            </a:r>
          </a:p>
          <a:p>
            <a:r>
              <a:t>ANSWER: It proves the safety-critical path has zero code dependency on the learned component -- enforced by a dedicated test (test_ml_fence.py), not just a demo trick.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PROCEED / SLOW / YIELD / WAIT / REROUTE -- the arbiter grades its intervention instead of stopping everyone at the first sign of conflict.</a:t>
            </a:r>
          </a:p>
          <a:p>
            <a:r>
              <a:t>2) Click sequence: Open the Decision tab, select two robots crossing paths.</a:t>
            </a:r>
          </a:p>
          <a:p>
            <a:r>
              <a:t>3) What to point at on screen: One robot SLOWs rather than stopping dead; the reason string names the peer and the exact distance.</a:t>
            </a:r>
          </a:p>
          <a:p>
            <a:r>
              <a:t>4) Say: "This grading is the single biggest reason we beat stop-and-wait on throughput."</a:t>
            </a:r>
          </a:p>
          <a:p/>
          <a:p>
            <a:r>
              <a:t>ANTICIPATED QUESTION: Why not always stop to be maximally safe?</a:t>
            </a:r>
          </a:p>
          <a:p>
            <a:r>
              <a:t>ANSWER: Measured: an always-stop kernel vetoed 35% of all robot-ticks and wedged head-on traffic completely.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A robot can broadcast a false position. Peers' own honest sightings expose the mismatch, and the quorum layer quarantines the liar -- no central authority required.</a:t>
            </a:r>
          </a:p>
          <a:p>
            <a:r>
              <a:t>2) Click sequence: Inject ROGUE ROBOT fault on a moving robot.</a:t>
            </a:r>
          </a:p>
          <a:p>
            <a:r>
              <a:t>3) What to point at on screen: A dashed line from the robot's real body to its false claimed position -- the gap is the evidence. Ring turns quarantine colour within a few ticks.</a:t>
            </a:r>
          </a:p>
          <a:p>
            <a:r>
              <a:t>4) Say: "That gap you see is the lie, and the fleet caught it on its own."</a:t>
            </a:r>
          </a:p>
          <a:p/>
          <a:p>
            <a:r>
              <a:t>ANTICIPATED QUESTION: What if an honest robot has sensor noise?</a:t>
            </a:r>
          </a:p>
          <a:p>
            <a:r>
              <a:t>ANSWER: The claim tolerance is set beyond realistic sensor noise but inside the danger threshold -- the fault's default offset is chosen to sit outside that tolerance.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A robot that hears zero peers for half a second keeps working under a WIDER safety envelope and capped speed, instead of stopping and blocking the aisle.</a:t>
            </a:r>
          </a:p>
          <a:p>
            <a:r>
              <a:t>2) Click sequence: Inject COMM BLACKOUT on a moving robot.</a:t>
            </a:r>
          </a:p>
          <a:p>
            <a:r>
              <a:t>3) What to point at on screen: That robot's safety ring visibly widens and it slows, but keeps moving; after ~6 seconds it rejoins and the ring returns to normal.</a:t>
            </a:r>
          </a:p>
          <a:p>
            <a:r>
              <a:t>4) Say: "Less information means more caution, not a dead stop."</a:t>
            </a:r>
          </a:p>
          <a:p/>
          <a:p>
            <a:r>
              <a:t>ANTICIPATED QUESTION: Isn't moving blind more dangerous than stopping?</a:t>
            </a:r>
          </a:p>
          <a:p>
            <a:r>
              <a:t>ANSWER: A stopped robot blocking an aisle is its own hazard for everyone else. The wider floor is measured to still hold zero collisions.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The classical stop-and-wait baseline and SWARMOS run on the IDENTICAL seed and task stream, side by side -- a paired, falsifiable comparison, not two runs that happened to differ.</a:t>
            </a:r>
          </a:p>
          <a:p>
            <a:r>
              <a:t>2) Click sequence: Open the Compare tab, pick rush_50, seed 11, press Start.</a:t>
            </a:r>
          </a:p>
          <a:p>
            <a:r>
              <a:t>3) What to point at on screen: Both fleets render on the same map (SWARMOS solid, baseline ghosted); the delta panel updates live.</a:t>
            </a:r>
          </a:p>
          <a:p>
            <a:r>
              <a:t>4) Say: "Same warehouse, same tasks, same seed -- only the coordination brain changed."</a:t>
            </a:r>
          </a:p>
          <a:p/>
          <a:p>
            <a:r>
              <a:t>ANTICIPATED QUESTION: What is the current honest result?</a:t>
            </a:r>
          </a:p>
          <a:p>
            <a:r>
              <a:t>ANSWER: Throughput-time reduction target is &gt;=20%; current measured mean is +2.0%, 95% CI [-5.9%, +9.8%] -- NOT MET, and we say so directly rather than hide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credibility weapon, not a weakness. Say it BEFORE a judge finds it -- it proves the team can tell real novelty apart from standard practice, which is rarer at hackathon scale than a clean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four claims rated GENUINE or GENUINE-NEW in our own internal review. Do not oversell the rest -- the honesty is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21E33"/>
                </a:solidFill>
              </a:rPr>
              <a:t>SWARMOS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F7A6C"/>
                </a:solidFill>
              </a:rPr>
              <a:t>Judge Demo Deck -- SIH26123 -- Live 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47D"/>
                </a:solidFill>
              </a:rPr>
              <a:t>Edge-AI Based Distributed Fleet Coordination for Autonomous Mobile Robots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BEFORE YOU TOUCH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Demo Run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1. ./run.sh  (or already running -- confirm http://127.0.0.1:8770/ loads)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2. Landing page -&gt; ENTER SWARMOS -&gt; dashboard loads with rush_50 / seed 11 / fleet 8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3. Command Palette (Ctrl+K) -&gt; Start run  (or click Start demo run)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4. Let it run ~15 seconds so the judges see steady motion first, THEN start injecting faults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5. Work through the feature slides in this deck in order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6. Close with the Compare tab (baseline vs SWARMOS side by side)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N5 / X-09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The Safety Kernel Never Trusts 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An ML advisory layer proposes speed changes. A small, auditable safety kernel independently decides the final verdict. The AI's opinion is display-only.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Command Palette -&gt; Start run. Then inject KILL ML fault.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Collisions KPI stays at 0 before and after. Robots keep moving identically. The Decision panel still shows verdicts with no advisory attached.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"Killing the AI right now changes nothing about safety."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THE VERDICT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Graded Response, Not Binary Stop/Go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PROCEED / SLOW / YIELD / WAIT / REROUTE -- the arbiter grades its intervention instead of stopping everyone at the first sign of conflict.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Open the Decision tab, select two robots crossing paths.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One robot SLOWs rather than stopping dead; the reason string names the peer and the exact distance.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"This grading is the single biggest reason we beat stop-and-wait on throughput."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N9 / X-10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Catching a Robot That 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A robot can broadcast a false position. Peers' own honest sightings expose the mismatch, and the quorum layer quarantines the liar -- no central authority required.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Inject ROGUE ROBOT fault on a moving robot.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A dashed line from the robot's real body to its false claimed position -- the gap is the evidence. Ring turns quarantine colour within a few ticks.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"That gap you see is the lie, and the fleet caught it on its own."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X-01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Surviving a Communications Blackout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A robot that hears zero peers for half a second keeps working under a WIDER safety envelope and capped speed, instead of stopping and blocking the aisle.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Inject COMM BLACKOUT on a moving robot.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That robot's safety ring visibly widens and it slows, but keeps moving; after ~6 seconds it rejoins and the ring returns to normal.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"Less information means more caution, not a dead stop."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N10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A Fair Fight: Baseline vs SWARMOS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The classical stop-and-wait baseline and SWARMOS run on the IDENTICAL seed and task stream, side by side -- a paired, falsifiable comparison, not two runs that happened to differ.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Open the Compare tab, pick rush_50, seed 11, press Start.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Both fleets render on the same map (SWARMOS solid, baseline ghosted); the delta panel updates live.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"Same warehouse, same tasks, same seed -- only the coordination brain changed."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SAY THIS PROACTIVELY -- DO NOT WAIT TO BE ASKED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43A2B"/>
                </a:solidFill>
              </a:rPr>
              <a:t>What We Are NOT Claiming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Decentralised task auction (N1): Contract Net Protocol, 1980. We compete on measured result, not the idea.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Space-time reservation (N2): WHCA* / Kiva-class practice. Table stakes, not novel.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Deadlock ladder (N4): classical wait-for cycle detection (Coffman). The visibility of the ladder is the value-add.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Throughput-time criterion (C2, target &gt;=20%): currently NOT MET. Reported honestly with the exact gap and next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CLOSE ON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What IS Genuinely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N3  </a:t>
            </a:r>
            <a:r>
              <a:rPr sz="1800">
                <a:solidFill>
                  <a:srgbClr val="222830"/>
                </a:solidFill>
              </a:rPr>
              <a:t>Deterministic replay -- same seed, identical trace hash, provable live.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N5  </a:t>
            </a:r>
            <a:r>
              <a:rPr sz="1800">
                <a:solidFill>
                  <a:srgbClr val="222830"/>
                </a:solidFill>
              </a:rPr>
              <a:t>Simplex safety kernel with a firewalled AI advisory layer.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N9  </a:t>
            </a:r>
            <a:r>
              <a:rPr sz="1800">
                <a:solidFill>
                  <a:srgbClr val="222830"/>
                </a:solidFill>
              </a:rPr>
              <a:t>Adversarial robot containment -- Byzantine-tolerant allocation, rare at this scale.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N10  </a:t>
            </a:r>
            <a:r>
              <a:rPr sz="1800">
                <a:solidFill>
                  <a:srgbClr val="222830"/>
                </a:solidFill>
              </a:rPr>
              <a:t>Paired counterfactual co-simulation against a fairly-tuned classical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